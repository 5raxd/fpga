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KkALJZkkzYQG1VJR6oBGhsko3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7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7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1587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0" y="648961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  <a:defRPr>
                <a:solidFill>
                  <a:srgbClr val="00B0F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0" y="648961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  <a:defRPr>
                <a:solidFill>
                  <a:srgbClr val="00B0F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  <a:defRPr>
                <a:solidFill>
                  <a:srgbClr val="00B0F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0" y="6506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000"/>
              <a:buFont typeface="Calibri"/>
              <a:buNone/>
            </a:pPr>
            <a:r>
              <a:rPr b="1" lang="en-US"/>
              <a:t>VGA Protocol</a:t>
            </a:r>
            <a:endParaRPr b="1"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444976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School of Electrical Engineering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Faculty of Engineering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Tel Aviv University</a:t>
            </a:r>
            <a:endParaRPr/>
          </a:p>
        </p:txBody>
      </p:sp>
      <p:pic>
        <p:nvPicPr>
          <p:cNvPr descr="Home Page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37" y="123303"/>
            <a:ext cx="1749889" cy="953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401" y="99606"/>
            <a:ext cx="1747126" cy="8993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0" y="13970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en-US"/>
              <a:t>Understanding VGA protocol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a protocol?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Types of protocols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VGA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VGA signals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Screen synchronization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Hsync and Vsync timing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Digital RGB to analog connectorS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en-US"/>
              <a:t>What is a protocol?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Definition</a:t>
            </a:r>
            <a:r>
              <a:rPr lang="en-US"/>
              <a:t>: A protocol is a set of rules and conventions for data communication between devices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Purpose</a:t>
            </a:r>
            <a:r>
              <a:rPr lang="en-US"/>
              <a:t>: Ensures reliable and standardized communication</a:t>
            </a:r>
            <a:endParaRPr/>
          </a:p>
        </p:txBody>
      </p:sp>
      <p:sp>
        <p:nvSpPr>
          <p:cNvPr id="107" name="Google Shape;107;p3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erson speaking into megaphone to another person&#10;&#10;Description automatically generated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1520" y="3611454"/>
            <a:ext cx="3068960" cy="306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en-US"/>
              <a:t>Types of protocols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838200" y="1825625"/>
            <a:ext cx="799410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Communication Protocols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AMBA (</a:t>
            </a:r>
            <a:r>
              <a:rPr b="0" i="0" lang="en-US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Advanced Microcontroller Bus Architecture)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USB (Universal Serial Bus)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Network Protocols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TCP/IP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Display Protocols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VGA (Video Graphics Array)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HDMI via TMDS</a:t>
            </a:r>
            <a:endParaRPr/>
          </a:p>
        </p:txBody>
      </p:sp>
      <p:sp>
        <p:nvSpPr>
          <p:cNvPr id="116" name="Google Shape;116;p4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6120" y="3953467"/>
            <a:ext cx="2156647" cy="16079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B packets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1984" y="4190781"/>
            <a:ext cx="4933156" cy="1099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fined" id="119" name="Google Shape;11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0136" y="3249404"/>
            <a:ext cx="2608362" cy="3088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GA Video (6.111 labkit)" id="120" name="Google Shape;12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6080" y="3948683"/>
            <a:ext cx="37719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fined" id="121" name="Google Shape;12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098" y="4077072"/>
            <a:ext cx="4732026" cy="1767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en-US"/>
              <a:t>What is VGA?</a:t>
            </a:r>
            <a:endParaRPr/>
          </a:p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Video Graphics Array (VGA) is a display standard introduced by IBM in 1987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VGA provides a method for displaying graphics on a monitor, defining the way pixels are rendered on the screen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 VGA monitor scans the screen row by row, starting at the upper left corner and ending at the lower-right corner</a:t>
            </a:r>
            <a:endParaRPr/>
          </a:p>
        </p:txBody>
      </p:sp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D-SUB connector (better known as VGA connector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232" y="4451590"/>
            <a:ext cx="3344565" cy="239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en-US"/>
              <a:t>VGA signals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Hsync</a:t>
            </a:r>
            <a:r>
              <a:rPr lang="en-US"/>
              <a:t> - Horizontal synchronization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Indicates the end of a line scan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Vsync</a:t>
            </a:r>
            <a:r>
              <a:rPr lang="en-US"/>
              <a:t> - Vertical synchronization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Indicates the end of the screen scan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RGB</a:t>
            </a:r>
            <a:r>
              <a:rPr lang="en-US"/>
              <a:t> – Pixel color</a:t>
            </a:r>
            <a:endParaRPr/>
          </a:p>
        </p:txBody>
      </p:sp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en-US"/>
              <a:t>Screen synchronization</a:t>
            </a:r>
            <a:endParaRPr/>
          </a:p>
        </p:txBody>
      </p:sp>
      <p:sp>
        <p:nvSpPr>
          <p:cNvPr id="142" name="Google Shape;142;p7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1824" y="1400978"/>
            <a:ext cx="7560840" cy="527943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>
            <p:ph idx="1" type="body"/>
          </p:nvPr>
        </p:nvSpPr>
        <p:spPr>
          <a:xfrm>
            <a:off x="838200" y="1865027"/>
            <a:ext cx="367240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Pixel clock = 50MHz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Hsync freq = 48.07KHz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Vsync freq = 72Hz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en-US"/>
              <a:t>Hsync and Vsync timing</a:t>
            </a:r>
            <a:endParaRPr/>
          </a:p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838200" y="1825625"/>
            <a:ext cx="10515600" cy="576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Hsync timing example:</a:t>
            </a:r>
            <a:endParaRPr/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401803"/>
            <a:ext cx="10515600" cy="145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060656"/>
            <a:ext cx="10515600" cy="144305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 txBox="1"/>
          <p:nvPr/>
        </p:nvSpPr>
        <p:spPr>
          <a:xfrm>
            <a:off x="838200" y="4413303"/>
            <a:ext cx="10515600" cy="576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Vsync timing example: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Calibri"/>
              <a:buNone/>
            </a:pPr>
            <a:r>
              <a:rPr lang="en-US"/>
              <a:t>Digital RGB to analog connector</a:t>
            </a:r>
            <a:endParaRPr/>
          </a:p>
        </p:txBody>
      </p:sp>
      <p:sp>
        <p:nvSpPr>
          <p:cNvPr id="160" name="Google Shape;160;p9"/>
          <p:cNvSpPr txBox="1"/>
          <p:nvPr>
            <p:ph idx="12" type="sldNum"/>
          </p:nvPr>
        </p:nvSpPr>
        <p:spPr>
          <a:xfrm>
            <a:off x="0" y="64978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9"/>
          <p:cNvSpPr txBox="1"/>
          <p:nvPr>
            <p:ph idx="1" type="body"/>
          </p:nvPr>
        </p:nvSpPr>
        <p:spPr>
          <a:xfrm>
            <a:off x="838200" y="1825624"/>
            <a:ext cx="10515600" cy="3115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VGA connector is analog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express the RGB signal as analog, Basys3 uses DAC circuit as follows (Define the pins properly in your project):</a:t>
            </a:r>
            <a:endParaRPr/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23260"/>
          <a:stretch/>
        </p:blipFill>
        <p:spPr>
          <a:xfrm>
            <a:off x="4464085" y="3361603"/>
            <a:ext cx="2983493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000"/>
              <a:buFont typeface="Calibri"/>
              <a:buNone/>
            </a:pPr>
            <a:r>
              <a:rPr lang="en-US"/>
              <a:t>Questions?</a:t>
            </a:r>
            <a:endParaRPr/>
          </a:p>
        </p:txBody>
      </p:sp>
      <p:sp>
        <p:nvSpPr>
          <p:cNvPr id="168" name="Google Shape;168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 txBox="1"/>
          <p:nvPr>
            <p:ph idx="12" type="sldNum"/>
          </p:nvPr>
        </p:nvSpPr>
        <p:spPr>
          <a:xfrm>
            <a:off x="0" y="648961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2017-04-09T15:11:05Z</dcterms:created>
  <dc:creator>Kostya Berestizhevsky</dc:creator>
</cp:coreProperties>
</file>